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SymptomCare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3832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which doctor to see — instantly.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77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symptom-to-specialist guidance with real nearby clinic search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0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Talks 60-Day Claude AI Challenge  |  10-Day Capstone Project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692640" y="914400"/>
            <a:ext cx="2011680" cy="2011680"/>
          </a:xfrm>
          <a:prstGeom prst="ellipse">
            <a:avLst/>
          </a:prstGeom>
          <a:solidFill>
            <a:srgbClr val="2B3574"/>
          </a:solidFill>
          <a:ln/>
        </p:spPr>
      </p:sp>
      <p:sp>
        <p:nvSpPr>
          <p:cNvPr id="7" name="Shape 5"/>
          <p:cNvSpPr/>
          <p:nvPr/>
        </p:nvSpPr>
        <p:spPr>
          <a:xfrm>
            <a:off x="10332720" y="155448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people feel unwell, they often don't know which specialist to consult.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7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&amp; wasted time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06324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frequently visit the wrong specialist first, delaying real treatment.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8862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840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first point of contact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420624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everyone has a family doctor to ask 'who should I see?'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50292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983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Emergencies get missed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534924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 symptoms aren't always recognized as urgent in time.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0" y="1371600"/>
            <a:ext cx="4846320" cy="4206240"/>
          </a:xfrm>
          <a:prstGeom prst="roundRect">
            <a:avLst>
              <a:gd name="adj" fmla="val 2609"/>
            </a:avLst>
          </a:prstGeom>
          <a:solidFill>
            <a:srgbClr val="F7F8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040880" y="182880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"Which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doctor?"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7040880" y="310896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almost everyone asks themselves (or Google) the moment they feel unwell — before they even know where to start.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040880" y="438912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uncertainty is the exact gap SymptomCare closes.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SymptomCare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Users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7F8FC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18745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74320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Public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33756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who feels unwell and isn't sure which type of doctor to consult.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434840" y="155448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7F8FC"/>
          </a:solidFill>
          <a:ln/>
        </p:spPr>
      </p:sp>
      <p:sp>
        <p:nvSpPr>
          <p:cNvPr id="8" name="Shape 6"/>
          <p:cNvSpPr/>
          <p:nvPr/>
        </p:nvSpPr>
        <p:spPr>
          <a:xfrm>
            <a:off x="4754880" y="18745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709160" y="274320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Regular Doctor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333756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without an easy first point of medical contact to ask for guidance.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0" y="155448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7F8FC"/>
          </a:solidFill>
          <a:ln/>
        </p:spPr>
      </p:sp>
      <p:sp>
        <p:nvSpPr>
          <p:cNvPr id="12" name="Shape 10"/>
          <p:cNvSpPr/>
          <p:nvPr/>
        </p:nvSpPr>
        <p:spPr>
          <a:xfrm>
            <a:off x="8549640" y="18745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503920" y="274320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&amp; English Speakers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503920" y="333756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Comfortable describing symptoms in either language, naturally.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SymptomCare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SymptomCare turns "I don't feel well" into a clear next step — in seconds.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2B357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6517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3832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Symptoms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97764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freely, in Hindi or English.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35661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ADCFC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520440" y="246888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2B357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703320" y="26517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3703320" y="33832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Analyzes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703320" y="397764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interprets the symptoms instantly.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35661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ADCFC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400800" y="246888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2B357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83680" y="26517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33832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Guidance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397764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type + possible condition, or an emergency warning.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9006840" y="35661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ADCFC"/>
                </a:solidFill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281160" y="246888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2B357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464040" y="26517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9464040" y="33832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Care Nearby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464040" y="397764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clinics/hospitals for your city.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SymptomCare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7F8FC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7830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3317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Symptom Input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889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naturally in Hindi or English — no rigid checklists.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26280" y="155448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7F8FC"/>
          </a:solidFill>
          <a:ln/>
        </p:spPr>
      </p:sp>
      <p:sp>
        <p:nvSpPr>
          <p:cNvPr id="8" name="Shape 6"/>
          <p:cNvSpPr/>
          <p:nvPr/>
        </p:nvSpPr>
        <p:spPr>
          <a:xfrm>
            <a:off x="4754880" y="17830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754880" y="23317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Specialist Suggestion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27889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suggests the right specialist type + possible condition.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412480" y="155448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7F8FC"/>
          </a:solidFill>
          <a:ln/>
        </p:spPr>
      </p:sp>
      <p:sp>
        <p:nvSpPr>
          <p:cNvPr id="12" name="Shape 10"/>
          <p:cNvSpPr/>
          <p:nvPr/>
        </p:nvSpPr>
        <p:spPr>
          <a:xfrm>
            <a:off x="8641080" y="17830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41080" y="23317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Detection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641080" y="27889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High-visibility warning for symptoms that may need urgent care.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74904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7F8FC"/>
          </a:solidFill>
          <a:ln/>
        </p:spPr>
      </p:sp>
      <p:sp>
        <p:nvSpPr>
          <p:cNvPr id="16" name="Shape 14"/>
          <p:cNvSpPr/>
          <p:nvPr/>
        </p:nvSpPr>
        <p:spPr>
          <a:xfrm>
            <a:off x="868680" y="3977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45262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Clinic Search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9834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clinics/hospitals via Google Places, for the selected city.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26280" y="374904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7F8FC"/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0" y="3977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754880" y="45262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Medical Disclaimer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754880" y="49834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visible — guidance, not diagnosis.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412480" y="374904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7F8FC"/>
          </a:solidFill>
          <a:ln/>
        </p:spPr>
      </p:sp>
      <p:sp>
        <p:nvSpPr>
          <p:cNvPr id="24" name="Shape 22"/>
          <p:cNvSpPr/>
          <p:nvPr/>
        </p:nvSpPr>
        <p:spPr>
          <a:xfrm>
            <a:off x="8641080" y="3977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41080" y="45262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Responsive &amp; Live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641080" y="49834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mobile and desktop, deployed on a public URL.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SymptomCare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10881360" cy="658368"/>
          </a:xfrm>
          <a:prstGeom prst="roundRect">
            <a:avLst>
              <a:gd name="adj" fmla="val 8333"/>
            </a:avLst>
          </a:prstGeom>
          <a:solidFill>
            <a:srgbClr val="F7F8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60934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3383280" y="1609344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JavaScript — simple, fast, beginner-friendly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10881360" cy="658368"/>
          </a:xfrm>
          <a:prstGeom prst="roundRect">
            <a:avLst>
              <a:gd name="adj" fmla="val 8333"/>
            </a:avLst>
          </a:prstGeom>
          <a:solidFill>
            <a:srgbClr val="F7F8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38658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2386584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— connected to GitHub, auto-deploy on every push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108960"/>
            <a:ext cx="10881360" cy="658368"/>
          </a:xfrm>
          <a:prstGeom prst="roundRect">
            <a:avLst>
              <a:gd name="adj" fmla="val 8333"/>
            </a:avLst>
          </a:prstGeom>
          <a:solidFill>
            <a:srgbClr val="F7F8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16382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Logic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3163824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Serverless Functions — keep API keys secure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886200"/>
            <a:ext cx="10881360" cy="658368"/>
          </a:xfrm>
          <a:prstGeom prst="roundRect">
            <a:avLst>
              <a:gd name="adj" fmla="val 8333"/>
            </a:avLst>
          </a:prstGeom>
          <a:solidFill>
            <a:srgbClr val="F7F8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394106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3941064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(Anthropic) — symptom interpretation &amp; specialist suggestion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663440"/>
            <a:ext cx="10881360" cy="658368"/>
          </a:xfrm>
          <a:prstGeom prst="roundRect">
            <a:avLst>
              <a:gd name="adj" fmla="val 8333"/>
            </a:avLst>
          </a:prstGeom>
          <a:solidFill>
            <a:srgbClr val="F7F8F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71830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Data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4718304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Places API — real nearby clinic/hospital search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5440680"/>
            <a:ext cx="10881360" cy="658368"/>
          </a:xfrm>
          <a:prstGeom prst="roundRect">
            <a:avLst>
              <a:gd name="adj" fmla="val 8333"/>
            </a:avLst>
          </a:prstGeom>
          <a:solidFill>
            <a:srgbClr val="F7F8F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4400" y="549554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383280" y="5495544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GitHub — every day's progress tracked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SymptomCare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v1.0 Scope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303520" cy="4480560"/>
          </a:xfrm>
          <a:prstGeom prst="roundRect">
            <a:avLst>
              <a:gd name="adj" fmla="val 2041"/>
            </a:avLst>
          </a:prstGeom>
          <a:solidFill>
            <a:srgbClr val="EAF4E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6916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 v1.0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2860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3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Free-text symptom input (Hindi/English)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85292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3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 specialist + condition suggestion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419856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3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Emergency warning detection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986784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3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Nearby clinic/hospital search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455371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3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Persistent medical disclaimer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51206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3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Fully deployed, live website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5303520" cy="4480560"/>
          </a:xfrm>
          <a:prstGeom prst="roundRect">
            <a:avLst>
              <a:gd name="adj" fmla="val 2041"/>
            </a:avLst>
          </a:prstGeom>
          <a:solidFill>
            <a:srgbClr val="FBEAE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92240" y="16916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Future Scope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2860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User login / accounts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85292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Appointment booking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3419856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Multi-language UI switcher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3986784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Doctor reviews &amp; ratings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455371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Saved chat history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SymptomCare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 &amp; Vision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SymptomCare goes after v1.0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20040" cy="3200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202996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accounts to track symptom history over time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320040" cy="3200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267004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appointment booking with listed clinics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383280"/>
            <a:ext cx="320040" cy="3200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331012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multi-language interface, not just AI responses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023360"/>
            <a:ext cx="320040" cy="3200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43000" y="395020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Community-driven doctor reviews and ratings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84632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2B357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983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534924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trusted first step for anyone, anywhere, who feels unwell and doesn't know what to do next — bridging the gap between symptoms and the right care, responsibly.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SymptomCare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37744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3832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SymptomCare — Know which doctor to see, instantly.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0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10 days  |  AB Talks 60-Day Claude AI Challenge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692640" y="914400"/>
            <a:ext cx="2011680" cy="2011680"/>
          </a:xfrm>
          <a:prstGeom prst="ellipse">
            <a:avLst/>
          </a:prstGeom>
          <a:solidFill>
            <a:srgbClr val="2B3574"/>
          </a:solidFill>
          <a:ln/>
        </p:spPr>
      </p:sp>
      <p:sp>
        <p:nvSpPr>
          <p:cNvPr id="6" name="Shape 4"/>
          <p:cNvSpPr/>
          <p:nvPr/>
        </p:nvSpPr>
        <p:spPr>
          <a:xfrm>
            <a:off x="10332720" y="155448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2026-09-23T18:16:25Z</dcterms:created>
  <dcterms:modified xsi:type="dcterms:W3CDTF">2026-09-23T18:16:25Z</dcterms:modified>
</cp:coreProperties>
</file>